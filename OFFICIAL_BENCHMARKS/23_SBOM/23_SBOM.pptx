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2026-10-02T09:28:50.184008Z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177e6e48ab078ee02e92196ca40cee6a4d7f4a084a34d0cfdd07c7c6caa6468f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2026-10-02T09:28:50.184008Z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