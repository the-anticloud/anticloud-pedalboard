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2026-10-02T09:28:47.969387Z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360332cfcfea97b43167292790f8e6211f16be875bc7e1be7a646217a8c2213c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2026-10-02T09:28:47.969387Z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