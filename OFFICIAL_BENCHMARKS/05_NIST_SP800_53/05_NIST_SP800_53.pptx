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05 Nist Sp800 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2026-10-02T09:28:46.118918Z | Framework ID: 05_NIST_SP800_53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SP 800-53 Rev5 (2020)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18 control families addressed; AU, IA, SC families fully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baseline: 421/421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CA (4096-bit) satisfies IA-5; SHA3-256 chain satisfies AU-9, AU-10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31586c2159489f9418dfc28ead945a091cc464b269e401e5ceb14800c2ce6bb3</a:t>
            </a:r>
          </a:p>
          <a:p>
            <a:r>
              <a:rPr sz="1000">
                <a:solidFill>
                  <a:srgbClr val="222222"/>
                </a:solidFill>
              </a:rPr>
              <a:t>  SHA3-256 (chain) | b23b87a173cb161d4a3479f7c0ac8796e102aa857b9a5108bbdc832d1ddb9539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2026-10-02T09:28:46.118918Z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