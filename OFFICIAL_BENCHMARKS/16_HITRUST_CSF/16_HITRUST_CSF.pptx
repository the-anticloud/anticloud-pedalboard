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2026-10-02T09:28:48.474890Z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ef112cc082ebd25a5fb9329d7bac92c1437e8afef599642ae2a019804f2a3ca8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2026-10-02T09:28:48.474890Z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