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2026-10-02T09:28:48.977468Z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9b0d43803f91c98df5e67d0880253169511583a45404d23346e74e200b9b628b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2026-10-02T09:28:48.977468Z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