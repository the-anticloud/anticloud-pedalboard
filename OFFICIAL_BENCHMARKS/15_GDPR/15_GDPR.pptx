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2026-10-02T09:28:48.328446Z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ea27cce74f1871212d08352b2231bd756fd2d1d41851bce7ecfb39b4432533b4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2026-10-02T09:28:48.328446Z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