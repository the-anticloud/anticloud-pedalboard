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2026-10-02T09:28:50.817459Z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43ae311425e0f654251a5b04e246eaa45bd33c6c7a2058282e9ce311c3d968a2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2026-10-02T09:28:50.817459Z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