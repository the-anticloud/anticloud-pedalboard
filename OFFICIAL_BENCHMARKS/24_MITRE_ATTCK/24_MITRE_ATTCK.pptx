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2026-10-02T09:28:50.346912Z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0b4ce273fba2e6fc7dca20cb9408b4aba776a27d52ad0e54c637ee86342f60ba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2026-10-02T09:28:50.346912Z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